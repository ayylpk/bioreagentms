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实验室安全培训</a:t>
            </a:r>
          </a:p>
        </p:txBody>
      </p:sp>
      <p:sp>
        <p:nvSpPr>
          <p:nvPr>
            <p:ph type="body"/>
          </p:nvPr>
        </p:nvSpPr>
        <p:txBody>
          <a:p>
            <a:r>
              <a:t>个人防护：护目镜与丁腈手套</a:t>
            </a:r>
          </a:p>
          <a:p>
            <a:r>
              <a:t>通风橱内操作挥发性试剂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废液处置</a:t>
            </a:r>
          </a:p>
        </p:txBody>
      </p:sp>
      <p:sp>
        <p:nvSpPr>
          <p:nvPr>
            <p:ph type="body"/>
          </p:nvPr>
        </p:nvSpPr>
        <p:txBody>
          <a:p>
            <a:r>
              <a:t>含卤废液单独收集</a:t>
            </a:r>
          </a:p>
          <a:p>
            <a:r>
              <a:t>严禁倒入下水道</a:t>
            </a:r>
          </a:p>
        </p:txBody>
      </p:sp>
    </p:spTree>
  </p:cSld>
</p:sld>
</file>